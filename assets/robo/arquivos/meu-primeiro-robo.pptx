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81" r:id="rId7"/>
    <p:sldId id="261" r:id="rId8"/>
    <p:sldId id="282" r:id="rId9"/>
    <p:sldId id="262" r:id="rId10"/>
    <p:sldId id="264" r:id="rId11"/>
    <p:sldId id="279" r:id="rId12"/>
    <p:sldId id="274" r:id="rId13"/>
    <p:sldId id="276" r:id="rId14"/>
    <p:sldId id="277" r:id="rId15"/>
    <p:sldId id="278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ijGBtKAOhs1Z346gZeJFnFUN/G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customschemas.google.com/relationships/presentationmetadata" Target="metadata"/><Relationship Id="rId10" Type="http://schemas.openxmlformats.org/officeDocument/2006/relationships/slide" Target="slides/slide9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9289136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6211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245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02224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61236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736660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5580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21941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6418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27302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96296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0821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90918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25802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82751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1707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5" name="Google Shape;15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3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3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3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8" name="Google Shape;58;p3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3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jpeg"/><Relationship Id="rId4" Type="http://schemas.openxmlformats.org/officeDocument/2006/relationships/image" Target="../media/image1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/>
        </p:nvSpPr>
        <p:spPr>
          <a:xfrm>
            <a:off x="593536" y="115832"/>
            <a:ext cx="1005840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600" dirty="0" smtClean="0">
                <a:solidFill>
                  <a:srgbClr val="006CB2"/>
                </a:solidFill>
                <a:latin typeface="DK Hobgoblin" pitchFamily="50" charset="0"/>
              </a:rPr>
              <a:t>Meu Primeiro Robô</a:t>
            </a:r>
            <a:endParaRPr sz="9600" dirty="0">
              <a:latin typeface="DK Hobgoblin" pitchFamily="50" charset="0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63650" y="4990641"/>
            <a:ext cx="1194896" cy="1331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88582" y="5141537"/>
            <a:ext cx="3058402" cy="1029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100" y="1685452"/>
            <a:ext cx="2287977" cy="29430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/>
        </p:nvSpPr>
        <p:spPr>
          <a:xfrm>
            <a:off x="3359407" y="3799017"/>
            <a:ext cx="4682834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pt-BR" sz="4000" dirty="0" smtClean="0">
                <a:solidFill>
                  <a:srgbClr val="DF3D6E"/>
                </a:solidFill>
                <a:latin typeface="DK Hobgoblin" pitchFamily="50" charset="0"/>
              </a:rPr>
              <a:t>Alan Miranda</a:t>
            </a:r>
            <a:endParaRPr dirty="0"/>
          </a:p>
        </p:txBody>
      </p:sp>
      <p:sp>
        <p:nvSpPr>
          <p:cNvPr id="96" name="Google Shape;96;p2"/>
          <p:cNvSpPr txBox="1"/>
          <p:nvPr/>
        </p:nvSpPr>
        <p:spPr>
          <a:xfrm>
            <a:off x="2559084" y="4674691"/>
            <a:ext cx="6283480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0" i="0" u="none" strike="noStrike" cap="none" dirty="0" smtClean="0">
                <a:solidFill>
                  <a:srgbClr val="757070"/>
                </a:solidFill>
                <a:latin typeface="CarnasW03-Light" panose="02000503000000020004" pitchFamily="2" charset="0"/>
                <a:sym typeface="Arial"/>
              </a:rPr>
              <a:t>Sou </a:t>
            </a:r>
            <a:r>
              <a:rPr lang="pt-BR" dirty="0" smtClean="0">
                <a:solidFill>
                  <a:srgbClr val="757070"/>
                </a:solidFill>
                <a:latin typeface="CarnasW03-Light" panose="02000503000000020004" pitchFamily="2" charset="0"/>
              </a:rPr>
              <a:t>especialista </a:t>
            </a:r>
            <a:r>
              <a:rPr lang="pt-BR" dirty="0">
                <a:solidFill>
                  <a:srgbClr val="757070"/>
                </a:solidFill>
                <a:latin typeface="CarnasW03-Light" panose="02000503000000020004" pitchFamily="2" charset="0"/>
              </a:rPr>
              <a:t>técnico em xerografia , formado em </a:t>
            </a:r>
            <a:r>
              <a:rPr lang="pt-BR" dirty="0" smtClean="0">
                <a:solidFill>
                  <a:srgbClr val="757070"/>
                </a:solidFill>
                <a:latin typeface="CarnasW03-Light" panose="02000503000000020004" pitchFamily="2" charset="0"/>
              </a:rPr>
              <a:t>ADS, </a:t>
            </a:r>
            <a:r>
              <a:rPr lang="pt-BR" dirty="0">
                <a:solidFill>
                  <a:srgbClr val="757070"/>
                </a:solidFill>
                <a:latin typeface="CarnasW03-Light" panose="02000503000000020004" pitchFamily="2" charset="0"/>
              </a:rPr>
              <a:t>pós graduando em robótica </a:t>
            </a:r>
            <a:r>
              <a:rPr lang="pt-BR" dirty="0" smtClean="0">
                <a:solidFill>
                  <a:srgbClr val="757070"/>
                </a:solidFill>
                <a:latin typeface="CarnasW03-Light" panose="02000503000000020004" pitchFamily="2" charset="0"/>
              </a:rPr>
              <a:t>educacional. Facilitador do Lab. de Realengo – RJ.</a:t>
            </a:r>
            <a:br>
              <a:rPr lang="pt-BR" dirty="0" smtClean="0">
                <a:solidFill>
                  <a:srgbClr val="757070"/>
                </a:solidFill>
                <a:latin typeface="CarnasW03-Light" panose="02000503000000020004" pitchFamily="2" charset="0"/>
              </a:rPr>
            </a:br>
            <a:r>
              <a:rPr lang="pt-BR" dirty="0" smtClean="0">
                <a:solidFill>
                  <a:srgbClr val="757070"/>
                </a:solidFill>
                <a:latin typeface="CarnasW03-Light" panose="02000503000000020004" pitchFamily="2" charset="0"/>
              </a:rPr>
              <a:t>Tem por objetivo compartilhar a </a:t>
            </a:r>
            <a:r>
              <a:rPr lang="pt-BR" dirty="0">
                <a:solidFill>
                  <a:srgbClr val="757070"/>
                </a:solidFill>
                <a:latin typeface="CarnasW03-Light" panose="02000503000000020004" pitchFamily="2" charset="0"/>
              </a:rPr>
              <a:t>paixão pela tecnologia e ajudar a moldar o futuro através da </a:t>
            </a:r>
            <a:r>
              <a:rPr lang="pt-BR" dirty="0" smtClean="0">
                <a:solidFill>
                  <a:srgbClr val="757070"/>
                </a:solidFill>
                <a:latin typeface="CarnasW03-Light" panose="02000503000000020004" pitchFamily="2" charset="0"/>
              </a:rPr>
              <a:t>educação., capacitando crianças </a:t>
            </a:r>
            <a:r>
              <a:rPr lang="pt-BR" dirty="0">
                <a:solidFill>
                  <a:srgbClr val="757070"/>
                </a:solidFill>
                <a:latin typeface="CarnasW03-Light" panose="02000503000000020004" pitchFamily="2" charset="0"/>
              </a:rPr>
              <a:t>e adolescentes, guiando-os em uma jornada emocionante em direção à criatividade, inovação e descobertas na robótica.</a:t>
            </a:r>
            <a:endParaRPr dirty="0">
              <a:latin typeface="CarnasW03-Light" panose="02000503000000020004" pitchFamily="2" charset="0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4193312" y="6442917"/>
            <a:ext cx="39623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i="0" u="none" strike="noStrike" cap="none">
                <a:solidFill>
                  <a:srgbClr val="006CB2"/>
                </a:solidFill>
                <a:latin typeface="Arial"/>
                <a:ea typeface="Arial"/>
                <a:cs typeface="Arial"/>
                <a:sym typeface="Arial"/>
              </a:rPr>
              <a:t>Todos os direitos reservados ao Instituto Campus Party</a:t>
            </a:r>
            <a:endParaRPr sz="1200">
              <a:solidFill>
                <a:srgbClr val="006CB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8860" y="386366"/>
            <a:ext cx="3583927" cy="341265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Google Shape;95;p2"/>
          <p:cNvSpPr txBox="1"/>
          <p:nvPr/>
        </p:nvSpPr>
        <p:spPr>
          <a:xfrm>
            <a:off x="6924709" y="1993829"/>
            <a:ext cx="4682834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pt-BR" sz="2800" dirty="0" smtClean="0">
                <a:solidFill>
                  <a:schemeClr val="accent1">
                    <a:lumMod val="75000"/>
                  </a:schemeClr>
                </a:solidFill>
                <a:latin typeface="DK Hobgoblin" pitchFamily="50" charset="0"/>
              </a:rPr>
              <a:t>@</a:t>
            </a:r>
            <a:r>
              <a:rPr lang="pt-BR" sz="2800" dirty="0" err="1" smtClean="0">
                <a:solidFill>
                  <a:schemeClr val="accent1">
                    <a:lumMod val="75000"/>
                  </a:schemeClr>
                </a:solidFill>
                <a:latin typeface="DK Hobgoblin" pitchFamily="50" charset="0"/>
              </a:rPr>
              <a:t>alanmirandarj</a:t>
            </a:r>
            <a:endParaRPr sz="2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/>
        </p:nvSpPr>
        <p:spPr>
          <a:xfrm>
            <a:off x="648376" y="429360"/>
            <a:ext cx="1005840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200" dirty="0">
                <a:solidFill>
                  <a:srgbClr val="7030A0"/>
                </a:solidFill>
                <a:latin typeface="DK Hobgoblin" pitchFamily="50" charset="0"/>
                <a:sym typeface="Arial"/>
              </a:rPr>
              <a:t>OBJETIVO</a:t>
            </a:r>
            <a:endParaRPr dirty="0">
              <a:latin typeface="DK Hobgoblin" pitchFamily="50" charset="0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1527396" y="2213295"/>
            <a:ext cx="8980715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DF3D6E"/>
              </a:buClr>
              <a:buSzPts val="3200"/>
            </a:pPr>
            <a:r>
              <a:rPr lang="pt-BR" sz="3600" dirty="0">
                <a:solidFill>
                  <a:srgbClr val="DF3D6E"/>
                </a:solidFill>
                <a:latin typeface="DK Hobgoblin" pitchFamily="50" charset="0"/>
              </a:rPr>
              <a:t>Aprendizado de conceitos básicos de robótica: A criação desse robô permite que os participantes da oficina tenham uma introdução prática aos conceitos fundamentais da robótica, como estrutura, </a:t>
            </a:r>
            <a:r>
              <a:rPr lang="pt-BR" sz="3600" dirty="0" smtClean="0">
                <a:solidFill>
                  <a:srgbClr val="DF3D6E"/>
                </a:solidFill>
                <a:latin typeface="DK Hobgoblin" pitchFamily="50" charset="0"/>
              </a:rPr>
              <a:t>movimento , mecânica , </a:t>
            </a:r>
            <a:r>
              <a:rPr lang="pt-BR" sz="3600" dirty="0">
                <a:solidFill>
                  <a:srgbClr val="DF3D6E"/>
                </a:solidFill>
                <a:latin typeface="DK Hobgoblin" pitchFamily="50" charset="0"/>
              </a:rPr>
              <a:t>energia elétrica e controle</a:t>
            </a:r>
            <a:r>
              <a:rPr lang="pt-BR" sz="3200" dirty="0">
                <a:solidFill>
                  <a:srgbClr val="DF3D6E"/>
                </a:solidFill>
              </a:rPr>
              <a:t>.</a:t>
            </a:r>
            <a:endParaRPr sz="2400" dirty="0">
              <a:solidFill>
                <a:srgbClr val="DF3D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3015879" y="1751671"/>
            <a:ext cx="6727053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dirty="0" smtClean="0">
                <a:solidFill>
                  <a:srgbClr val="DF3D6E"/>
                </a:solidFill>
                <a:latin typeface="DK Hobgoblin" pitchFamily="50" charset="0"/>
                <a:sym typeface="Arial"/>
              </a:rPr>
              <a:t>Meu Primeiro Robô tem </a:t>
            </a:r>
            <a:r>
              <a:rPr lang="pt-BR" sz="2400" b="1" dirty="0">
                <a:solidFill>
                  <a:srgbClr val="DF3D6E"/>
                </a:solidFill>
                <a:latin typeface="DK Hobgoblin" pitchFamily="50" charset="0"/>
                <a:sym typeface="Arial"/>
              </a:rPr>
              <a:t>como objetivo: </a:t>
            </a:r>
            <a:endParaRPr sz="2400" b="1" dirty="0">
              <a:solidFill>
                <a:schemeClr val="dk1"/>
              </a:solidFill>
              <a:latin typeface="DK Hobgoblin" pitchFamily="50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Desenho animado personagem bonito papelão robô isolado sobre fundo azul claro com espaço de cóp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741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3" name="Google Shape;113;p4"/>
          <p:cNvSpPr txBox="1"/>
          <p:nvPr/>
        </p:nvSpPr>
        <p:spPr>
          <a:xfrm>
            <a:off x="1344877" y="273008"/>
            <a:ext cx="7891800" cy="7232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600" dirty="0">
                <a:solidFill>
                  <a:srgbClr val="7030A0"/>
                </a:solidFill>
                <a:latin typeface="DK Hobgoblin" pitchFamily="50" charset="0"/>
                <a:sym typeface="Arial"/>
              </a:rPr>
              <a:t>PASSO A PASSO</a:t>
            </a:r>
            <a:endParaRPr sz="9600" dirty="0">
              <a:latin typeface="DK Hobgoblin" pitchFamily="50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600" dirty="0">
                <a:solidFill>
                  <a:srgbClr val="7030A0"/>
                </a:solidFill>
                <a:latin typeface="DK Hobgoblin" pitchFamily="50" charset="0"/>
                <a:sym typeface="Arial"/>
              </a:rPr>
              <a:t>E</a:t>
            </a:r>
            <a:endParaRPr sz="9600" dirty="0">
              <a:latin typeface="DK Hobgoblin" pitchFamily="50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600" dirty="0">
                <a:solidFill>
                  <a:srgbClr val="7030A0"/>
                </a:solidFill>
                <a:latin typeface="DK Hobgoblin" pitchFamily="50" charset="0"/>
                <a:sym typeface="Arial"/>
              </a:rPr>
              <a:t>MÃO NA MASSA!</a:t>
            </a:r>
            <a:endParaRPr sz="9600" dirty="0">
              <a:latin typeface="DK Hobgoblin" pitchFamily="50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0" dirty="0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609603" y="6233725"/>
            <a:ext cx="39623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6CB2"/>
                </a:solidFill>
                <a:latin typeface="Arial"/>
                <a:ea typeface="Arial"/>
                <a:cs typeface="Arial"/>
                <a:sym typeface="Arial"/>
              </a:rPr>
              <a:t>Todos os direitos reservados ao Instituto Campus Party</a:t>
            </a:r>
            <a:endParaRPr sz="1200">
              <a:solidFill>
                <a:srgbClr val="006CB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/>
          <p:nvPr/>
        </p:nvSpPr>
        <p:spPr>
          <a:xfrm>
            <a:off x="3438767" y="523849"/>
            <a:ext cx="8753233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 dirty="0">
                <a:solidFill>
                  <a:srgbClr val="DF3D6E"/>
                </a:solidFill>
                <a:latin typeface="CarnasW03-BoldItalic" panose="02000803000000090004" pitchFamily="2" charset="0"/>
                <a:sym typeface="Arial"/>
              </a:rPr>
              <a:t>Reunindo ás peças </a:t>
            </a:r>
            <a:endParaRPr dirty="0">
              <a:latin typeface="CarnasW03-BoldItalic" panose="02000803000000090004" pitchFamily="2" charset="0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7619999" y="6122044"/>
            <a:ext cx="396239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28" name="Google Shape;128;p5"/>
          <p:cNvSpPr txBox="1"/>
          <p:nvPr/>
        </p:nvSpPr>
        <p:spPr>
          <a:xfrm>
            <a:off x="609603" y="6233725"/>
            <a:ext cx="39623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6CB2"/>
                </a:solidFill>
                <a:latin typeface="Arial"/>
                <a:ea typeface="Arial"/>
                <a:cs typeface="Arial"/>
                <a:sym typeface="Arial"/>
              </a:rPr>
              <a:t>Todos os direitos reservados ao Instituto Campus Party</a:t>
            </a:r>
            <a:endParaRPr sz="1200">
              <a:solidFill>
                <a:srgbClr val="006CB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72" y="1523258"/>
            <a:ext cx="5668430" cy="4254865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186" y="1549092"/>
            <a:ext cx="5592135" cy="41975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/>
          <p:nvPr/>
        </p:nvSpPr>
        <p:spPr>
          <a:xfrm>
            <a:off x="1538209" y="593312"/>
            <a:ext cx="8753233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 dirty="0">
                <a:solidFill>
                  <a:srgbClr val="DF3D6E"/>
                </a:solidFill>
                <a:latin typeface="CarnasW03-BoldItalic" panose="02000803000000090004" pitchFamily="2" charset="0"/>
                <a:sym typeface="Arial"/>
              </a:rPr>
              <a:t>Reunindo ás peças </a:t>
            </a:r>
            <a:r>
              <a:rPr lang="pt-BR" sz="4800" dirty="0" smtClean="0">
                <a:solidFill>
                  <a:srgbClr val="DF3D6E"/>
                </a:solidFill>
                <a:latin typeface="CarnasW03-BoldItalic" panose="02000803000000090004" pitchFamily="2" charset="0"/>
                <a:sym typeface="Arial"/>
              </a:rPr>
              <a:t>da parte inferior</a:t>
            </a:r>
            <a:endParaRPr dirty="0">
              <a:latin typeface="CarnasW03-BoldItalic" panose="02000803000000090004" pitchFamily="2" charset="0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7619999" y="6122044"/>
            <a:ext cx="396239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28" name="Google Shape;128;p5"/>
          <p:cNvSpPr txBox="1"/>
          <p:nvPr/>
        </p:nvSpPr>
        <p:spPr>
          <a:xfrm>
            <a:off x="609603" y="6233725"/>
            <a:ext cx="39623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6CB2"/>
                </a:solidFill>
                <a:latin typeface="Arial"/>
                <a:ea typeface="Arial"/>
                <a:cs typeface="Arial"/>
                <a:sym typeface="Arial"/>
              </a:rPr>
              <a:t>Todos os direitos reservados ao Instituto Campus Party</a:t>
            </a:r>
            <a:endParaRPr sz="1200">
              <a:solidFill>
                <a:srgbClr val="006CB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4974202" y="3005426"/>
            <a:ext cx="412652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PARTE2</a:t>
            </a:r>
            <a:endParaRPr/>
          </a:p>
        </p:txBody>
      </p:sp>
      <p:sp>
        <p:nvSpPr>
          <p:cNvPr id="130" name="Google Shape;130;p5"/>
          <p:cNvSpPr txBox="1"/>
          <p:nvPr/>
        </p:nvSpPr>
        <p:spPr>
          <a:xfrm>
            <a:off x="1538209" y="3005426"/>
            <a:ext cx="254547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rgbClr val="006CB2"/>
                </a:solidFill>
                <a:latin typeface="Arial"/>
                <a:ea typeface="Arial"/>
                <a:cs typeface="Arial"/>
                <a:sym typeface="Arial"/>
              </a:rPr>
              <a:t>PARTE1</a:t>
            </a:r>
            <a:endParaRPr/>
          </a:p>
        </p:txBody>
      </p:sp>
      <p:sp>
        <p:nvSpPr>
          <p:cNvPr id="131" name="Google Shape;131;p5"/>
          <p:cNvSpPr txBox="1"/>
          <p:nvPr/>
        </p:nvSpPr>
        <p:spPr>
          <a:xfrm>
            <a:off x="7743939" y="3005426"/>
            <a:ext cx="34684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rgbClr val="F3BE00"/>
                </a:solidFill>
                <a:latin typeface="Arial"/>
                <a:ea typeface="Arial"/>
                <a:cs typeface="Arial"/>
                <a:sym typeface="Arial"/>
              </a:rPr>
              <a:t>PARTE3</a:t>
            </a:r>
            <a:endParaRPr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5270" y="807920"/>
            <a:ext cx="2503207" cy="1924726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3" y="3755800"/>
            <a:ext cx="3889420" cy="2187799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1673" y="3755800"/>
            <a:ext cx="2818326" cy="2226981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8529" y="3651758"/>
            <a:ext cx="3062391" cy="233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480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 txBox="1"/>
          <p:nvPr/>
        </p:nvSpPr>
        <p:spPr>
          <a:xfrm>
            <a:off x="2766919" y="-10550"/>
            <a:ext cx="875323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 dirty="0" smtClean="0">
                <a:solidFill>
                  <a:srgbClr val="DF3D6E"/>
                </a:solidFill>
                <a:latin typeface="CarnasW03-BoldItalic" panose="02000803000000090004" pitchFamily="2" charset="0"/>
                <a:sym typeface="Arial"/>
              </a:rPr>
              <a:t>Montando o tronco</a:t>
            </a:r>
            <a:endParaRPr dirty="0">
              <a:latin typeface="CarnasW03-BoldItalic" panose="02000803000000090004" pitchFamily="2" charset="0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7619999" y="6122044"/>
            <a:ext cx="396239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45" name="Google Shape;145;p6"/>
          <p:cNvSpPr txBox="1"/>
          <p:nvPr/>
        </p:nvSpPr>
        <p:spPr>
          <a:xfrm>
            <a:off x="609603" y="6233725"/>
            <a:ext cx="39623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6CB2"/>
                </a:solidFill>
                <a:latin typeface="Arial"/>
                <a:ea typeface="Arial"/>
                <a:cs typeface="Arial"/>
                <a:sym typeface="Arial"/>
              </a:rPr>
              <a:t>Todos os direitos reservados ao Instituto Campus Party</a:t>
            </a:r>
            <a:endParaRPr sz="1200">
              <a:solidFill>
                <a:srgbClr val="006CB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43;p6"/>
          <p:cNvSpPr txBox="1"/>
          <p:nvPr/>
        </p:nvSpPr>
        <p:spPr>
          <a:xfrm>
            <a:off x="82275" y="5029150"/>
            <a:ext cx="5369287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 smtClean="0">
                <a:solidFill>
                  <a:schemeClr val="accent1">
                    <a:lumMod val="75000"/>
                  </a:schemeClr>
                </a:solidFill>
                <a:latin typeface="CarnasW03-BoldItalic" panose="02000803000000090004" pitchFamily="2" charset="0"/>
                <a:sym typeface="Arial"/>
              </a:rPr>
              <a:t>Siga a montagem reunindo as peças conforme os desenhos e figuras na parte de dentro das peças .  </a:t>
            </a:r>
            <a:endParaRPr sz="2000" dirty="0">
              <a:solidFill>
                <a:schemeClr val="accent1">
                  <a:lumMod val="75000"/>
                </a:schemeClr>
              </a:solidFill>
              <a:latin typeface="CarnasW03-BoldItalic" panose="02000803000000090004" pitchFamily="2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12" y="1531372"/>
            <a:ext cx="4409190" cy="2965942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3573" y="1178877"/>
            <a:ext cx="3339538" cy="3491842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6228" y="1178877"/>
            <a:ext cx="3533372" cy="34883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 txBox="1"/>
          <p:nvPr/>
        </p:nvSpPr>
        <p:spPr>
          <a:xfrm>
            <a:off x="1623941" y="-180304"/>
            <a:ext cx="875323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 dirty="0" smtClean="0">
                <a:solidFill>
                  <a:srgbClr val="DF3D6E"/>
                </a:solidFill>
                <a:latin typeface="CarnasW03-BoldItalic" panose="02000803000000090004" pitchFamily="2" charset="0"/>
                <a:sym typeface="Arial"/>
              </a:rPr>
              <a:t>Preparando os braços do Robô</a:t>
            </a:r>
            <a:endParaRPr dirty="0">
              <a:latin typeface="CarnasW03-BoldItalic" panose="02000803000000090004" pitchFamily="2" charset="0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7619999" y="6122044"/>
            <a:ext cx="396239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45" name="Google Shape;145;p6"/>
          <p:cNvSpPr txBox="1"/>
          <p:nvPr/>
        </p:nvSpPr>
        <p:spPr>
          <a:xfrm>
            <a:off x="609603" y="6233725"/>
            <a:ext cx="39623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6CB2"/>
                </a:solidFill>
                <a:latin typeface="Arial"/>
                <a:ea typeface="Arial"/>
                <a:cs typeface="Arial"/>
                <a:sym typeface="Arial"/>
              </a:rPr>
              <a:t>Todos os direitos reservados ao Instituto Campus Party</a:t>
            </a:r>
            <a:endParaRPr sz="1200">
              <a:solidFill>
                <a:srgbClr val="006CB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43;p6"/>
          <p:cNvSpPr txBox="1"/>
          <p:nvPr/>
        </p:nvSpPr>
        <p:spPr>
          <a:xfrm>
            <a:off x="609603" y="4581593"/>
            <a:ext cx="3748696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 smtClean="0">
                <a:solidFill>
                  <a:srgbClr val="DF3D6E"/>
                </a:solidFill>
                <a:latin typeface="CarnasW03-BoldItalic" panose="02000803000000090004" pitchFamily="2" charset="0"/>
                <a:sym typeface="Arial"/>
              </a:rPr>
              <a:t>Coloque o braço no parafuso grande e a porca em seguida.</a:t>
            </a:r>
            <a:endParaRPr sz="2000" dirty="0">
              <a:latin typeface="CarnasW03-BoldItalic" panose="02000803000000090004" pitchFamily="2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926" y="877495"/>
            <a:ext cx="1955028" cy="3477296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327" y="877495"/>
            <a:ext cx="2209926" cy="3930668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0959" y="877495"/>
            <a:ext cx="4082001" cy="300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896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 txBox="1"/>
          <p:nvPr/>
        </p:nvSpPr>
        <p:spPr>
          <a:xfrm>
            <a:off x="2394326" y="494166"/>
            <a:ext cx="8753233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 dirty="0" smtClean="0">
                <a:solidFill>
                  <a:srgbClr val="DF3D6E"/>
                </a:solidFill>
                <a:latin typeface="CarnasW03-BoldItalic" panose="02000803000000090004" pitchFamily="2" charset="0"/>
                <a:sym typeface="Arial"/>
              </a:rPr>
              <a:t>Montando parte superior (braços)</a:t>
            </a:r>
            <a:endParaRPr dirty="0">
              <a:latin typeface="CarnasW03-BoldItalic" panose="02000803000000090004" pitchFamily="2" charset="0"/>
            </a:endParaRPr>
          </a:p>
        </p:txBody>
      </p:sp>
      <p:sp>
        <p:nvSpPr>
          <p:cNvPr id="163" name="Google Shape;163;p7"/>
          <p:cNvSpPr txBox="1"/>
          <p:nvPr/>
        </p:nvSpPr>
        <p:spPr>
          <a:xfrm>
            <a:off x="7619999" y="6122044"/>
            <a:ext cx="396239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64" name="Google Shape;164;p7"/>
          <p:cNvSpPr txBox="1"/>
          <p:nvPr/>
        </p:nvSpPr>
        <p:spPr>
          <a:xfrm>
            <a:off x="609603" y="6233725"/>
            <a:ext cx="39623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6CB2"/>
                </a:solidFill>
                <a:latin typeface="Arial"/>
                <a:ea typeface="Arial"/>
                <a:cs typeface="Arial"/>
                <a:sym typeface="Arial"/>
              </a:rPr>
              <a:t>Todos os direitos reservados ao Instituto Campus Party</a:t>
            </a:r>
            <a:endParaRPr sz="1200">
              <a:solidFill>
                <a:srgbClr val="006CB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5072667" y="2452052"/>
            <a:ext cx="1733264" cy="537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PARTE2</a:t>
            </a:r>
            <a:endParaRPr dirty="0"/>
          </a:p>
        </p:txBody>
      </p:sp>
      <p:sp>
        <p:nvSpPr>
          <p:cNvPr id="166" name="Google Shape;166;p7"/>
          <p:cNvSpPr txBox="1"/>
          <p:nvPr/>
        </p:nvSpPr>
        <p:spPr>
          <a:xfrm>
            <a:off x="1465194" y="2362046"/>
            <a:ext cx="2545471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>
                <a:solidFill>
                  <a:srgbClr val="006CB2"/>
                </a:solidFill>
                <a:sym typeface="Arial"/>
              </a:rPr>
              <a:t>PARTE1</a:t>
            </a:r>
            <a:endParaRPr sz="2800" dirty="0"/>
          </a:p>
        </p:txBody>
      </p:sp>
      <p:sp>
        <p:nvSpPr>
          <p:cNvPr id="170" name="Google Shape;170;p7"/>
          <p:cNvSpPr txBox="1"/>
          <p:nvPr/>
        </p:nvSpPr>
        <p:spPr>
          <a:xfrm>
            <a:off x="9277815" y="2452052"/>
            <a:ext cx="1869744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 smtClean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PARTE3</a:t>
            </a:r>
            <a:endParaRPr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468" y="2885619"/>
            <a:ext cx="4082001" cy="3004052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983" y="2880435"/>
            <a:ext cx="3595890" cy="3009236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7191" y="2880435"/>
            <a:ext cx="2670368" cy="33819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 txBox="1"/>
          <p:nvPr/>
        </p:nvSpPr>
        <p:spPr>
          <a:xfrm>
            <a:off x="2739549" y="120426"/>
            <a:ext cx="8753233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 dirty="0">
                <a:solidFill>
                  <a:srgbClr val="DF3D6E"/>
                </a:solidFill>
                <a:latin typeface="Arial"/>
                <a:ea typeface="Arial"/>
                <a:cs typeface="Arial"/>
                <a:sym typeface="Arial"/>
              </a:rPr>
              <a:t>Montagem </a:t>
            </a:r>
            <a:r>
              <a:rPr lang="pt-BR" sz="4800" dirty="0" smtClean="0">
                <a:solidFill>
                  <a:srgbClr val="DF3D6E"/>
                </a:solidFill>
              </a:rPr>
              <a:t>da Cabeça</a:t>
            </a:r>
            <a:endParaRPr dirty="0"/>
          </a:p>
        </p:txBody>
      </p:sp>
      <p:sp>
        <p:nvSpPr>
          <p:cNvPr id="200" name="Google Shape;200;p9"/>
          <p:cNvSpPr txBox="1"/>
          <p:nvPr/>
        </p:nvSpPr>
        <p:spPr>
          <a:xfrm>
            <a:off x="7619999" y="6122044"/>
            <a:ext cx="396239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01" name="Google Shape;201;p9"/>
          <p:cNvSpPr txBox="1"/>
          <p:nvPr/>
        </p:nvSpPr>
        <p:spPr>
          <a:xfrm>
            <a:off x="609603" y="6233725"/>
            <a:ext cx="39623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6CB2"/>
                </a:solidFill>
                <a:latin typeface="Arial"/>
                <a:ea typeface="Arial"/>
                <a:cs typeface="Arial"/>
                <a:sym typeface="Arial"/>
              </a:rPr>
              <a:t>Todos os direitos reservados ao Instituto Campus Party</a:t>
            </a:r>
            <a:endParaRPr sz="1200">
              <a:solidFill>
                <a:srgbClr val="006CB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9"/>
          <p:cNvSpPr txBox="1"/>
          <p:nvPr/>
        </p:nvSpPr>
        <p:spPr>
          <a:xfrm>
            <a:off x="4699571" y="1355018"/>
            <a:ext cx="412652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PARTE2</a:t>
            </a:r>
            <a:endParaRPr dirty="0"/>
          </a:p>
        </p:txBody>
      </p:sp>
      <p:sp>
        <p:nvSpPr>
          <p:cNvPr id="203" name="Google Shape;203;p9"/>
          <p:cNvSpPr txBox="1"/>
          <p:nvPr/>
        </p:nvSpPr>
        <p:spPr>
          <a:xfrm>
            <a:off x="609603" y="1355017"/>
            <a:ext cx="254547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dirty="0">
                <a:solidFill>
                  <a:srgbClr val="006CB2"/>
                </a:solidFill>
                <a:latin typeface="Arial"/>
                <a:ea typeface="Arial"/>
                <a:cs typeface="Arial"/>
                <a:sym typeface="Arial"/>
              </a:rPr>
              <a:t>PARTE1</a:t>
            </a:r>
            <a:endParaRPr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3" y="2187628"/>
            <a:ext cx="2545471" cy="314648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274" y="2211539"/>
            <a:ext cx="5022962" cy="2762028"/>
          </a:xfrm>
          <a:prstGeom prst="rect">
            <a:avLst/>
          </a:prstGeom>
        </p:spPr>
      </p:pic>
      <p:sp>
        <p:nvSpPr>
          <p:cNvPr id="11" name="Google Shape;202;p9"/>
          <p:cNvSpPr txBox="1"/>
          <p:nvPr/>
        </p:nvSpPr>
        <p:spPr>
          <a:xfrm>
            <a:off x="8986090" y="1355017"/>
            <a:ext cx="412652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dirty="0" smtClean="0">
                <a:solidFill>
                  <a:schemeClr val="accent1">
                    <a:lumMod val="75000"/>
                  </a:schemeClr>
                </a:solidFill>
                <a:sym typeface="Arial"/>
              </a:rPr>
              <a:t>PARTE3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4436" y="2211539"/>
            <a:ext cx="3317484" cy="32967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"/>
          <p:cNvSpPr txBox="1"/>
          <p:nvPr/>
        </p:nvSpPr>
        <p:spPr>
          <a:xfrm>
            <a:off x="7619999" y="6122044"/>
            <a:ext cx="396239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15" name="Google Shape;215;p10"/>
          <p:cNvSpPr txBox="1"/>
          <p:nvPr/>
        </p:nvSpPr>
        <p:spPr>
          <a:xfrm>
            <a:off x="609603" y="6233725"/>
            <a:ext cx="39623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6CB2"/>
                </a:solidFill>
                <a:latin typeface="Arial"/>
                <a:ea typeface="Arial"/>
                <a:cs typeface="Arial"/>
                <a:sym typeface="Arial"/>
              </a:rPr>
              <a:t>Todos os direitos reservados ao Instituto Campus Party</a:t>
            </a:r>
            <a:endParaRPr sz="1200">
              <a:solidFill>
                <a:srgbClr val="006CB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437" y="254935"/>
            <a:ext cx="7894749" cy="5925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875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9"/>
          <p:cNvSpPr txBox="1"/>
          <p:nvPr/>
        </p:nvSpPr>
        <p:spPr>
          <a:xfrm>
            <a:off x="3374265" y="1859339"/>
            <a:ext cx="590290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200" dirty="0">
                <a:solidFill>
                  <a:srgbClr val="7030A0"/>
                </a:solidFill>
                <a:latin typeface="DK Hobgoblin" pitchFamily="50" charset="0"/>
                <a:sym typeface="Arial"/>
              </a:rPr>
              <a:t>Personalização </a:t>
            </a:r>
            <a:r>
              <a:rPr lang="pt-BR" sz="7200" dirty="0" smtClean="0">
                <a:solidFill>
                  <a:srgbClr val="7030A0"/>
                </a:solidFill>
                <a:latin typeface="DK Hobgoblin" pitchFamily="50" charset="0"/>
              </a:rPr>
              <a:t>do seu</a:t>
            </a:r>
            <a:br>
              <a:rPr lang="pt-BR" sz="7200" dirty="0" smtClean="0">
                <a:solidFill>
                  <a:srgbClr val="7030A0"/>
                </a:solidFill>
                <a:latin typeface="DK Hobgoblin" pitchFamily="50" charset="0"/>
              </a:rPr>
            </a:br>
            <a:r>
              <a:rPr lang="pt-BR" sz="7200" dirty="0" smtClean="0">
                <a:solidFill>
                  <a:srgbClr val="7030A0"/>
                </a:solidFill>
                <a:latin typeface="DK Hobgoblin" pitchFamily="50" charset="0"/>
                <a:sym typeface="Arial"/>
              </a:rPr>
              <a:t> </a:t>
            </a:r>
            <a:r>
              <a:rPr lang="pt-BR" sz="7200" dirty="0" smtClean="0">
                <a:solidFill>
                  <a:srgbClr val="7030A0"/>
                </a:solidFill>
                <a:latin typeface="DK Hobgoblin" pitchFamily="50" charset="0"/>
              </a:rPr>
              <a:t>Primeiro Robô</a:t>
            </a:r>
            <a:endParaRPr sz="1600" dirty="0">
              <a:latin typeface="DK Hobgoblin" pitchFamily="50" charset="0"/>
            </a:endParaRPr>
          </a:p>
        </p:txBody>
      </p:sp>
      <p:sp>
        <p:nvSpPr>
          <p:cNvPr id="338" name="Google Shape;338;p19"/>
          <p:cNvSpPr txBox="1"/>
          <p:nvPr/>
        </p:nvSpPr>
        <p:spPr>
          <a:xfrm>
            <a:off x="609603" y="6233725"/>
            <a:ext cx="39623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6CB2"/>
                </a:solidFill>
                <a:latin typeface="Arial"/>
                <a:ea typeface="Arial"/>
                <a:cs typeface="Arial"/>
                <a:sym typeface="Arial"/>
              </a:rPr>
              <a:t>Todos os direitos reservados ao Instituto Campus Party</a:t>
            </a:r>
            <a:endParaRPr sz="1200">
              <a:solidFill>
                <a:srgbClr val="006CB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1"/>
          <p:cNvSpPr txBox="1"/>
          <p:nvPr/>
        </p:nvSpPr>
        <p:spPr>
          <a:xfrm>
            <a:off x="761219" y="2885440"/>
            <a:ext cx="412652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CONEXÕES</a:t>
            </a:r>
            <a:endParaRPr/>
          </a:p>
        </p:txBody>
      </p:sp>
      <p:pic>
        <p:nvPicPr>
          <p:cNvPr id="357" name="Google Shape;357;p21"/>
          <p:cNvPicPr preferRelativeResize="0"/>
          <p:nvPr/>
        </p:nvPicPr>
        <p:blipFill rotWithShape="1">
          <a:blip r:embed="rId3">
            <a:alphaModFix/>
          </a:blip>
          <a:srcRect l="20485" t="2882" b="3470"/>
          <a:stretch/>
        </p:blipFill>
        <p:spPr>
          <a:xfrm>
            <a:off x="6908800" y="259881"/>
            <a:ext cx="5151840" cy="6496519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1"/>
          <p:cNvSpPr/>
          <p:nvPr/>
        </p:nvSpPr>
        <p:spPr>
          <a:xfrm>
            <a:off x="6264189" y="5362222"/>
            <a:ext cx="1132291" cy="11986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1"/>
          <p:cNvSpPr/>
          <p:nvPr/>
        </p:nvSpPr>
        <p:spPr>
          <a:xfrm>
            <a:off x="9146981" y="1636358"/>
            <a:ext cx="1825819" cy="124908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1"/>
          <p:cNvSpPr/>
          <p:nvPr/>
        </p:nvSpPr>
        <p:spPr>
          <a:xfrm>
            <a:off x="7487796" y="6365272"/>
            <a:ext cx="792604" cy="3911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1"/>
          <p:cNvSpPr/>
          <p:nvPr/>
        </p:nvSpPr>
        <p:spPr>
          <a:xfrm>
            <a:off x="8696960" y="0"/>
            <a:ext cx="1727200" cy="10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1"/>
          <p:cNvSpPr txBox="1"/>
          <p:nvPr/>
        </p:nvSpPr>
        <p:spPr>
          <a:xfrm>
            <a:off x="7619999" y="6122044"/>
            <a:ext cx="396239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363" name="Google Shape;363;p21"/>
          <p:cNvSpPr txBox="1"/>
          <p:nvPr/>
        </p:nvSpPr>
        <p:spPr>
          <a:xfrm>
            <a:off x="609603" y="6233725"/>
            <a:ext cx="39623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6CB2"/>
                </a:solidFill>
                <a:latin typeface="Arial"/>
                <a:ea typeface="Arial"/>
                <a:cs typeface="Arial"/>
                <a:sym typeface="Arial"/>
              </a:rPr>
              <a:t>Todos os direitos reservados ao Instituto Campus Party</a:t>
            </a:r>
            <a:endParaRPr sz="1200">
              <a:solidFill>
                <a:srgbClr val="006CB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2"/>
          <p:cNvSpPr txBox="1"/>
          <p:nvPr/>
        </p:nvSpPr>
        <p:spPr>
          <a:xfrm>
            <a:off x="7619999" y="6122044"/>
            <a:ext cx="396239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pic>
        <p:nvPicPr>
          <p:cNvPr id="369" name="Google Shape;369;p22"/>
          <p:cNvPicPr preferRelativeResize="0"/>
          <p:nvPr/>
        </p:nvPicPr>
        <p:blipFill rotWithShape="1">
          <a:blip r:embed="rId3">
            <a:alphaModFix/>
          </a:blip>
          <a:srcRect t="1324"/>
          <a:stretch/>
        </p:blipFill>
        <p:spPr>
          <a:xfrm>
            <a:off x="2163364" y="335846"/>
            <a:ext cx="7397195" cy="6429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10683" y="-65071"/>
            <a:ext cx="7102556" cy="6830361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2"/>
          <p:cNvSpPr txBox="1"/>
          <p:nvPr/>
        </p:nvSpPr>
        <p:spPr>
          <a:xfrm>
            <a:off x="609603" y="6233725"/>
            <a:ext cx="396239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6CB2"/>
                </a:solidFill>
                <a:latin typeface="Arial"/>
                <a:ea typeface="Arial"/>
                <a:cs typeface="Arial"/>
                <a:sym typeface="Arial"/>
              </a:rPr>
              <a:t>Todos os direitos reservados ao Instituto Campus Party</a:t>
            </a:r>
            <a:endParaRPr sz="1200">
              <a:solidFill>
                <a:srgbClr val="006CB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8847" y="0"/>
            <a:ext cx="7490921" cy="2924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16800" y="2900480"/>
            <a:ext cx="6187440" cy="437616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3"/>
          <p:cNvSpPr/>
          <p:nvPr/>
        </p:nvSpPr>
        <p:spPr>
          <a:xfrm>
            <a:off x="5750805" y="2302525"/>
            <a:ext cx="2852102" cy="4847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3"/>
          <p:cNvSpPr/>
          <p:nvPr/>
        </p:nvSpPr>
        <p:spPr>
          <a:xfrm>
            <a:off x="955040" y="2302525"/>
            <a:ext cx="487680" cy="4847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3"/>
          <p:cNvSpPr txBox="1"/>
          <p:nvPr/>
        </p:nvSpPr>
        <p:spPr>
          <a:xfrm>
            <a:off x="7619999" y="6122044"/>
            <a:ext cx="396239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pic>
        <p:nvPicPr>
          <p:cNvPr id="381" name="Google Shape;381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8847" y="0"/>
            <a:ext cx="7863474" cy="35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3"/>
          <p:cNvSpPr/>
          <p:nvPr/>
        </p:nvSpPr>
        <p:spPr>
          <a:xfrm>
            <a:off x="5923280" y="2600960"/>
            <a:ext cx="2522681" cy="4370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3"/>
          <p:cNvSpPr/>
          <p:nvPr/>
        </p:nvSpPr>
        <p:spPr>
          <a:xfrm>
            <a:off x="1198880" y="2682240"/>
            <a:ext cx="589280" cy="35574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3"/>
          <p:cNvSpPr/>
          <p:nvPr/>
        </p:nvSpPr>
        <p:spPr>
          <a:xfrm>
            <a:off x="5378252" y="3175499"/>
            <a:ext cx="545028" cy="42114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5" name="Google Shape;385;p23"/>
          <p:cNvPicPr preferRelativeResize="0"/>
          <p:nvPr/>
        </p:nvPicPr>
        <p:blipFill rotWithShape="1">
          <a:blip r:embed="rId6">
            <a:alphaModFix/>
          </a:blip>
          <a:srcRect b="5145"/>
          <a:stretch/>
        </p:blipFill>
        <p:spPr>
          <a:xfrm>
            <a:off x="480047" y="3243531"/>
            <a:ext cx="8244866" cy="3523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</TotalTime>
  <Words>262</Words>
  <Application>Microsoft Office PowerPoint</Application>
  <PresentationFormat>Widescreen</PresentationFormat>
  <Paragraphs>51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CarnasW03-BoldItalic</vt:lpstr>
      <vt:lpstr>CarnasW03-Light</vt:lpstr>
      <vt:lpstr>DK Hobgoblin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Victor Hugo de Jesus</dc:creator>
  <cp:lastModifiedBy>Usuário do Windows</cp:lastModifiedBy>
  <cp:revision>36</cp:revision>
  <dcterms:created xsi:type="dcterms:W3CDTF">2022-08-04T21:12:56Z</dcterms:created>
  <dcterms:modified xsi:type="dcterms:W3CDTF">2023-07-29T15:17:45Z</dcterms:modified>
</cp:coreProperties>
</file>